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5759996" cy="3239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96" cy="323999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