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93" r:id="rId44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4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/>
            <a:r>
              <a:rPr sz="2200" b="1">
                <a:solidFill>
                  <a:srgbClr val="FFFFFF"/>
                </a:solidFill>
              </a:rPr>
              <a:t>Independent Validation: pH Prediction  (updated — 10,000-particle posterior)</a:t>
            </a:r>
          </a:p>
        </p:txBody>
      </p:sp>
      <p:pic>
        <p:nvPicPr>
          <p:cNvPr id="3" name="Picture 2" descr="fig_ph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0981"/>
            <a:ext cx="11183112" cy="54229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547104"/>
            <a:ext cx="11183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444444"/>
                </a:solidFill>
              </a:rPr>
              <a:t>pH from the Phase-2 (N_p=10,000) Hamilton-ODE posterior via experimental LOO-CV (N=90); pH not used in calibration.  R²=0.78, RMSE=0.13.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